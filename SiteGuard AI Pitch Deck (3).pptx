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the one-line hook: construction’s deadliest hazards are still caught by hand, on paper. SiteGuard AI puts Gemini in the loop without taking the human out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U.S. BLS/OSHA figures. Falls alone account for roughly 39% of construction deaths; the Fatal Four — falls, struck-by, electrocution, caught-in/between — together cause over 60%. These are exactly the hazard classes SiteGuard AI is built to catch.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structural failures in the paper-and-clipboard process that SiteGuard AI is built to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product in one line: AI proposes, humans approve every state change. No automatic hazard confirmation, no automatic closure.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real app here if there’s time: upload a photo, confirm the finding, then show the Hazard Register card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crux of the “meaningful use of Gen AI” criterion: every capability here depends on the model actually reasoning over unstructured photo/audio evidence, not a lookup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rules are enforced in code (lib/firestore.py, the lib/gemini.py system prompt), not just in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deploy is one gcloud command because Cloud Build reads the Procfile and buildpacks handle the rest — no Dockerfile maintained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Scalability argument plus the required problem-statement call-out in one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Open the live app here if there is time for a 30-second click-through: Capture a photo, confirm the finding, show the Hazard Register card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80161"/>
            <a:ext cx="1016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87881"/>
            <a:ext cx="10566400" cy="3957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80161"/>
            <a:ext cx="1016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87881"/>
            <a:ext cx="10566400" cy="3957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gradFill rotWithShape="1">
            <a:gsLst>
              <a:gs pos="0">
                <a:srgbClr val="D9730D"/>
              </a:gs>
              <a:gs pos="50000">
                <a:srgbClr val="D9730D"/>
              </a:gs>
              <a:gs pos="50000">
                <a:srgbClr val="14191F"/>
              </a:gs>
              <a:gs pos="100000">
                <a:srgbClr val="14191F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233529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0A2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GOOGLE AI HACKATHON 2026 · MANUFACTURING: INTELLIGENT OPERATIONS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726452"/>
            <a:ext cx="10883392" cy="871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64"/>
              </a:lnSpc>
              <a:buNone/>
            </a:pPr>
            <a:r>
              <a:rPr lang="en-US" sz="6800" b="1" i="0" spc="50" kern="0" dirty="0">
                <a:solidFill>
                  <a:srgbClr val="FBF8F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SITEGUARD AI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812800" y="3750548"/>
            <a:ext cx="7848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8C0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Gemini proposes the hazard. A human approves every decision — confirm it, assign it, close 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6238240"/>
            <a:ext cx="10500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9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siteguard-ai-463547683061.us-central1.run.app  ·  github.com/Ashenweerasinghe/siteguard-ai</a:t>
            </a:r>
            <a:endParaRPr lang="en-US" sz="1200" dirty="0"/>
          </a:p>
        </p:txBody>
      </p:sp>
      <p:sp>
        <p:nvSpPr>
          <p:cNvPr id="7" name="Team label"/>
          <p:cNvSpPr/>
          <p:nvPr/>
        </p:nvSpPr>
        <p:spPr>
          <a:xfrm>
            <a:off x="812800" y="48000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0A2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 · CEYLON INNOVAI</a:t>
            </a:r>
            <a:endParaRPr lang="en-US" sz="1200" dirty="0"/>
          </a:p>
        </p:txBody>
      </p:sp>
      <p:sp>
        <p:nvSpPr>
          <p:cNvPr id="8" name="Team members"/>
          <p:cNvSpPr/>
          <p:nvPr/>
        </p:nvSpPr>
        <p:spPr>
          <a:xfrm>
            <a:off x="812800" y="5130000"/>
            <a:ext cx="90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8C0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Maniesha Abeysekera  ·  Ashen Weerasinghe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35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0"/>
            <a:ext cx="10137775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Falls still kill more construction workers than anything else on 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2375535"/>
            <a:ext cx="3380264" cy="1797050"/>
          </a:xfrm>
          <a:prstGeom prst="roundRect">
            <a:avLst>
              <a:gd name="adj" fmla="val 54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631440"/>
            <a:ext cx="2954507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D9730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39%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071880" y="3418840"/>
            <a:ext cx="295450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all U.S. construction deaths are falls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789" y="2375535"/>
            <a:ext cx="3380343" cy="1797050"/>
          </a:xfrm>
          <a:prstGeom prst="roundRect">
            <a:avLst>
              <a:gd name="adj" fmla="val 54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694" y="2631440"/>
            <a:ext cx="2954589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1D6FA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60%+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661694" y="3418840"/>
            <a:ext cx="295458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deaths caused by OSHA’s “Fatal Four” alone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682" y="2375535"/>
            <a:ext cx="3380343" cy="1797050"/>
          </a:xfrm>
          <a:prstGeom prst="roundRect">
            <a:avLst>
              <a:gd name="adj" fmla="val 54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587" y="2631440"/>
            <a:ext cx="2954589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D9730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991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8251587" y="3418840"/>
            <a:ext cx="295458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construction workers died in one recent year alone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1"/>
            <a:ext cx="80275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9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U.S. Bureau of Labor Statistics (Census of Fatal Occupational Injuries) · OSHA “Fatal Four”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35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THE OLD PROCESS FAILS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13777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Hazards get flagged on paper — and lost in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956436"/>
            <a:ext cx="3380264" cy="2188210"/>
          </a:xfrm>
          <a:prstGeom prst="roundRect">
            <a:avLst>
              <a:gd name="adj" fmla="val 4498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5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2212341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880" y="2618741"/>
            <a:ext cx="29545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Inconsistent eyes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1880" y="2964180"/>
            <a:ext cx="2954507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inspector applies a different standard — the same edge gets flagged by one and waved through by another.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5789" y="1956436"/>
            <a:ext cx="3380343" cy="2188210"/>
          </a:xfrm>
          <a:prstGeom prst="roundRect">
            <a:avLst>
              <a:gd name="adj" fmla="val 4498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9" name="Image 1" descr="Lin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1694" y="2212341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1694" y="2618741"/>
            <a:ext cx="29545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audit trail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61694" y="2964180"/>
            <a:ext cx="29545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flagged hazard has no traceable path from photo to fix to verification — just a line in a binder.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5682" y="1956436"/>
            <a:ext cx="3380343" cy="2188210"/>
          </a:xfrm>
          <a:prstGeom prst="roundRect">
            <a:avLst>
              <a:gd name="adj" fmla="val 4498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13" name="Image 2" descr="Sear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1587" y="2212341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1587" y="2618741"/>
            <a:ext cx="29545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Re-inspection is guesswork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51587" y="2964180"/>
            <a:ext cx="29545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compares today’s photo back to the original finding — closure is a judgment call, not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09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35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27961"/>
            <a:ext cx="104648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Point a phone. Gemini proposes. A human approves.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3542030"/>
            <a:ext cx="2209800" cy="896620"/>
          </a:xfrm>
          <a:prstGeom prst="roundRect">
            <a:avLst>
              <a:gd name="adj" fmla="val 10623"/>
            </a:avLst>
          </a:prstGeom>
          <a:solidFill>
            <a:srgbClr val="FFFFFF"/>
          </a:solidFill>
          <a:ln w="12700">
            <a:solidFill>
              <a:srgbClr val="D9730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14830" y="3749041"/>
            <a:ext cx="2184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35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28961" y="3982720"/>
            <a:ext cx="790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Capture</a:t>
            </a:r>
            <a:endParaRPr lang="en-US" sz="14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36900" y="3926841"/>
            <a:ext cx="355600" cy="127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00450" y="3542030"/>
            <a:ext cx="2209800" cy="896620"/>
          </a:xfrm>
          <a:prstGeom prst="roundRect">
            <a:avLst>
              <a:gd name="adj" fmla="val 10623"/>
            </a:avLst>
          </a:prstGeom>
          <a:solidFill>
            <a:srgbClr val="FFFFFF"/>
          </a:solidFill>
          <a:ln w="12700">
            <a:solidFill>
              <a:srgbClr val="1D6F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96130" y="3749041"/>
            <a:ext cx="2184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056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39440" y="3982720"/>
            <a:ext cx="1731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&amp; confirm</a:t>
            </a:r>
            <a:endParaRPr lang="en-US" sz="14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18200" y="3926841"/>
            <a:ext cx="355600" cy="127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81750" y="3542030"/>
            <a:ext cx="2209800" cy="896620"/>
          </a:xfrm>
          <a:prstGeom prst="roundRect">
            <a:avLst>
              <a:gd name="adj" fmla="val 10623"/>
            </a:avLst>
          </a:prstGeom>
          <a:solidFill>
            <a:srgbClr val="FFFFFF"/>
          </a:solidFill>
          <a:ln w="12700">
            <a:solidFill>
              <a:srgbClr val="D9730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77430" y="3749041"/>
            <a:ext cx="2184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35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827425" y="3982720"/>
            <a:ext cx="13184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Assign action</a:t>
            </a:r>
            <a:endParaRPr lang="en-US" sz="14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99500" y="3926841"/>
            <a:ext cx="355600" cy="127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63050" y="3542030"/>
            <a:ext cx="2209800" cy="896620"/>
          </a:xfrm>
          <a:prstGeom prst="roundRect">
            <a:avLst>
              <a:gd name="adj" fmla="val 10623"/>
            </a:avLst>
          </a:prstGeom>
          <a:solidFill>
            <a:srgbClr val="FFFFFF"/>
          </a:solidFill>
          <a:ln w="12700">
            <a:solidFill>
              <a:srgbClr val="1D6F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158730" y="3749041"/>
            <a:ext cx="2184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056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593009" y="3982720"/>
            <a:ext cx="1349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Verify &amp; close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35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Three screens, one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905636"/>
            <a:ext cx="3380264" cy="17894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136139"/>
            <a:ext cx="30068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Capture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6480" y="2438400"/>
            <a:ext cx="300683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Upload a photo and voice note. Gemini returns a scenario, a confidence flag, and a suggested risk.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6480" y="3167382"/>
            <a:ext cx="1639491" cy="297180"/>
          </a:xfrm>
          <a:prstGeom prst="roundRect">
            <a:avLst>
              <a:gd name="adj" fmla="val 50000"/>
            </a:avLst>
          </a:prstGeom>
          <a:solidFill>
            <a:srgbClr val="FBE6C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35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 / Reject / Edit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05789" y="1905636"/>
            <a:ext cx="3380343" cy="17894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294" y="2136139"/>
            <a:ext cx="30069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Hazard Register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6294" y="2438400"/>
            <a:ext cx="3006913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filterable card grid of every hazard, color-coded by status, with a full append-only history.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6294" y="3167382"/>
            <a:ext cx="489982" cy="254000"/>
          </a:xfrm>
          <a:prstGeom prst="roundRect">
            <a:avLst>
              <a:gd name="adj" fmla="val 50000"/>
            </a:avLst>
          </a:prstGeom>
          <a:solidFill>
            <a:srgbClr val="FBE6C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B35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77076" y="3167382"/>
            <a:ext cx="657225" cy="254000"/>
          </a:xfrm>
          <a:prstGeom prst="roundRect">
            <a:avLst>
              <a:gd name="adj" fmla="val 50000"/>
            </a:avLst>
          </a:prstGeom>
          <a:solidFill>
            <a:srgbClr val="DCEB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056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Pending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85101" y="3167382"/>
            <a:ext cx="578644" cy="254000"/>
          </a:xfrm>
          <a:prstGeom prst="roundRect">
            <a:avLst>
              <a:gd name="adj" fmla="val 50000"/>
            </a:avLst>
          </a:prstGeom>
          <a:solidFill>
            <a:srgbClr val="DFF3E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669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95682" y="1905636"/>
            <a:ext cx="3380343" cy="17894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6187" y="2136139"/>
            <a:ext cx="30069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Follow-up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6187" y="2438400"/>
            <a:ext cx="3006913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Before/after photos side by side. Gemini compares them and recommends closure — the reviewer decides.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6187" y="3167382"/>
            <a:ext cx="1282382" cy="297180"/>
          </a:xfrm>
          <a:prstGeom prst="roundRect">
            <a:avLst>
              <a:gd name="adj" fmla="val 50000"/>
            </a:avLst>
          </a:prstGeom>
          <a:solidFill>
            <a:srgbClr val="DCEB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056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Approve / Reject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56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GENERATIVE AI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791825" cy="84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checklist can’t read a construction photo. Gemini can — and knows when it can’t.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2355214"/>
            <a:ext cx="5187950" cy="1431290"/>
          </a:xfrm>
          <a:prstGeom prst="roundRect">
            <a:avLst>
              <a:gd name="adj" fmla="val 68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5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1080" y="2560321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1080" y="2877821"/>
            <a:ext cx="49210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Multimodal in one call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21080" y="3154682"/>
            <a:ext cx="492107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Photo and voice note reasoned over together — gemini-3.5-flash, not two separate pipelines.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88075" y="2355214"/>
            <a:ext cx="5187950" cy="1431290"/>
          </a:xfrm>
          <a:prstGeom prst="roundRect">
            <a:avLst>
              <a:gd name="adj" fmla="val 68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9" name="Image 1" descr="Cod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93180" y="2560321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93180" y="2877821"/>
            <a:ext cx="49210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Schema-constrained output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393180" y="3154682"/>
            <a:ext cx="492107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response_schema forces structured JSON — scenario, confidence, risk inputs — never regexed from prose.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5975" y="3970657"/>
            <a:ext cx="5187950" cy="1431290"/>
          </a:xfrm>
          <a:prstGeom prst="roundRect">
            <a:avLst>
              <a:gd name="adj" fmla="val 68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13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1080" y="4175761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1080" y="4493261"/>
            <a:ext cx="49210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Calibrated uncertainty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21080" y="4770121"/>
            <a:ext cx="492107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Told explicitly to say “inconclusive” rather than guess — confidence is a field, never dropped.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88075" y="3970657"/>
            <a:ext cx="5187950" cy="1431290"/>
          </a:xfrm>
          <a:prstGeom prst="roundRect">
            <a:avLst>
              <a:gd name="adj" fmla="val 68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17" name="Image 3" descr="Search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93180" y="4175761"/>
            <a:ext cx="254000" cy="254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93180" y="4493261"/>
            <a:ext cx="49210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Comparative closure reasoning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393180" y="4770121"/>
            <a:ext cx="492107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Given the original finding plus new evidence, Gemini judges this hazard specifically — not a generic re-scan.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56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TO BE TRUSTED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1"/>
            <a:ext cx="10464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model proposes. It never gets the final word.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956436"/>
            <a:ext cx="5187950" cy="1431290"/>
          </a:xfrm>
          <a:prstGeom prst="roundRect">
            <a:avLst>
              <a:gd name="adj" fmla="val 68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5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1080" y="2161539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1080" y="2479039"/>
            <a:ext cx="49210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human approves every state change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21080" y="2755900"/>
            <a:ext cx="492107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Hazard confirmed, action assigned, closure — none of it happens without a reviewer’s click.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88075" y="1956436"/>
            <a:ext cx="5187950" cy="1431290"/>
          </a:xfrm>
          <a:prstGeom prst="roundRect">
            <a:avLst>
              <a:gd name="adj" fmla="val 68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9" name="Image 1" descr="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93180" y="2161539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93180" y="2479039"/>
            <a:ext cx="49210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verdicts, only evidence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393180" y="2755900"/>
            <a:ext cx="492107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“safe,” “compliant,” or “fixed” — only “evidence suggests” or “inconclusive.”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5975" y="3571875"/>
            <a:ext cx="5187950" cy="1431290"/>
          </a:xfrm>
          <a:prstGeom prst="roundRect">
            <a:avLst>
              <a:gd name="adj" fmla="val 68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13" name="Image 2" descr="Lin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1080" y="3776982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1080" y="4094482"/>
            <a:ext cx="49210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finding without a source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21080" y="4371339"/>
            <a:ext cx="492107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hazard links back to the photo or audio file it came from — always traceable.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88075" y="3571875"/>
            <a:ext cx="5187950" cy="1431290"/>
          </a:xfrm>
          <a:prstGeom prst="roundRect">
            <a:avLst>
              <a:gd name="adj" fmla="val 6877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17" name="Image 3" descr="Clo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93180" y="3776982"/>
            <a:ext cx="254000" cy="254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93180" y="4094482"/>
            <a:ext cx="49210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full, append-only audit trail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393180" y="4371339"/>
            <a:ext cx="492107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state change is timestamped and attributed — visible to any reviewer, forever.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056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IT’S BUILT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055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Entirely on Google Cloud — live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2010411"/>
            <a:ext cx="2266950" cy="810260"/>
          </a:xfrm>
          <a:prstGeom prst="roundRect">
            <a:avLst>
              <a:gd name="adj" fmla="val 11755"/>
            </a:avLst>
          </a:prstGeom>
          <a:solidFill>
            <a:srgbClr val="FFFFFF"/>
          </a:solidFill>
          <a:ln w="12700">
            <a:solidFill>
              <a:srgbClr val="1D6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1325" y="2192021"/>
            <a:ext cx="112252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Streamlit UI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5363" y="2461261"/>
            <a:ext cx="203444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Capture · Register · Follow-up</a:t>
            </a:r>
            <a:endParaRPr lang="en-US" sz="10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81350" y="2358389"/>
            <a:ext cx="304800" cy="1143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81400" y="2010411"/>
            <a:ext cx="2266950" cy="810260"/>
          </a:xfrm>
          <a:prstGeom prst="roundRect">
            <a:avLst>
              <a:gd name="adj" fmla="val 11755"/>
            </a:avLst>
          </a:prstGeom>
          <a:solidFill>
            <a:srgbClr val="FFFFFF"/>
          </a:solidFill>
          <a:ln w="12700">
            <a:solidFill>
              <a:srgbClr val="D9730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43739" y="2192021"/>
            <a:ext cx="154219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Gemini 3.5 Flash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723799" y="2461261"/>
            <a:ext cx="198215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Multimodal, structured JSON</a:t>
            </a:r>
            <a:endParaRPr lang="en-US" sz="10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2358389"/>
            <a:ext cx="304800" cy="1143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43650" y="2010411"/>
            <a:ext cx="2266950" cy="810260"/>
          </a:xfrm>
          <a:prstGeom prst="roundRect">
            <a:avLst>
              <a:gd name="adj" fmla="val 11755"/>
            </a:avLst>
          </a:prstGeom>
          <a:solidFill>
            <a:srgbClr val="FFFFFF"/>
          </a:solidFill>
          <a:ln w="12700">
            <a:solidFill>
              <a:srgbClr val="1D6FA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03500" y="2192021"/>
            <a:ext cx="174717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Firestore + Storage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559677" y="2461261"/>
            <a:ext cx="183489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Hazard register &amp; evidence</a:t>
            </a:r>
            <a:endParaRPr lang="en-US" sz="10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05850" y="2358389"/>
            <a:ext cx="304800" cy="1143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05900" y="2010411"/>
            <a:ext cx="2266950" cy="810260"/>
          </a:xfrm>
          <a:prstGeom prst="roundRect">
            <a:avLst>
              <a:gd name="adj" fmla="val 11755"/>
            </a:avLst>
          </a:prstGeom>
          <a:solidFill>
            <a:srgbClr val="FFFFFF"/>
          </a:solidFill>
          <a:ln w="12700">
            <a:solidFill>
              <a:srgbClr val="D9730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767507" y="2192021"/>
            <a:ext cx="94373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Run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509768" y="2461261"/>
            <a:ext cx="145913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Deployed, public, live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15975" y="3109596"/>
            <a:ext cx="10560050" cy="872490"/>
          </a:xfrm>
          <a:prstGeom prst="roundRect">
            <a:avLst>
              <a:gd name="adj" fmla="val 11281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20" name="Image 3" descr="Cloud">    </p:cNvPr>
          <p:cNvPicPr>
            <a:picLocks noChangeAspect="1"/>
          </p:cNvPicPr>
          <p:nvPr/>
        </p:nvPicPr>
        <p:blipFill>
          <a:blip r:embed="rId4"/>
          <a:srcRect l="0" r="0" t="-255" b="-255"/>
          <a:stretch/>
        </p:blipFill>
        <p:spPr>
          <a:xfrm>
            <a:off x="1021080" y="3418839"/>
            <a:ext cx="202168" cy="2540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50248" y="3314700"/>
            <a:ext cx="101152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inside Google Cloud’s </a:t>
            </a:r>
            <a:r>
              <a:rPr lang="en-US" sz="13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Always Free</a:t>
            </a:r>
            <a:r>
              <a:rPr lang="en-US" sz="13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tier end to end — Cloud Run, Firestore, Cloud Storage, Cloud Build — deployed with one command: </a:t>
            </a:r>
            <a:r>
              <a:rPr lang="en-US" sz="1300" i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gcloud run deploy --source 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35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 &amp; SCALABILITY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A1D2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Built for one site. Ready for every site and plant floor.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956439"/>
            <a:ext cx="3380264" cy="1720850"/>
          </a:xfrm>
          <a:prstGeom prst="roundRect">
            <a:avLst>
              <a:gd name="adj" fmla="val 5720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5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480" y="2186942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6480" y="2517142"/>
            <a:ext cx="30068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46480" y="2806700"/>
            <a:ext cx="300683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Hazards caught — and verified fixed — before they cause an injury, not after.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5789" y="1956439"/>
            <a:ext cx="3380343" cy="1720850"/>
          </a:xfrm>
          <a:prstGeom prst="roundRect">
            <a:avLst>
              <a:gd name="adj" fmla="val 5720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9" name="Image 1" descr="Verifie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36294" y="2186942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6294" y="2517142"/>
            <a:ext cx="30069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Safety officers &amp; GCs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636294" y="2806700"/>
            <a:ext cx="3006913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consistent standard per photo, and a defensible audit trail for every hazard on site.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95682" y="1956439"/>
            <a:ext cx="3380343" cy="1720850"/>
          </a:xfrm>
          <a:prstGeom prst="roundRect">
            <a:avLst>
              <a:gd name="adj" fmla="val 5720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13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6187" y="2186942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6187" y="2517142"/>
            <a:ext cx="30069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Insurers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226187" y="2806700"/>
            <a:ext cx="300691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Structured, timestamped risk data instead of a paper binder nobody can query.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5975" y="3937639"/>
            <a:ext cx="10560050" cy="1150000"/>
          </a:xfrm>
          <a:prstGeom prst="roundRect">
            <a:avLst>
              <a:gd name="adj" fmla="val 11281"/>
            </a:avLst>
          </a:prstGeom>
          <a:solidFill>
            <a:srgbClr val="FFFFFF"/>
          </a:solidFill>
          <a:ln w="6350">
            <a:solidFill>
              <a:srgbClr val="E5E1DA"/>
            </a:solidFill>
            <a:prstDash val="solid"/>
          </a:ln>
        </p:spPr>
      </p:sp>
      <p:pic>
        <p:nvPicPr>
          <p:cNvPr id="17" name="Image 3" descr="Lightning">    </p:cNvPr>
          <p:cNvPicPr>
            <a:picLocks noChangeAspect="1"/>
          </p:cNvPicPr>
          <p:nvPr/>
        </p:nvPicPr>
        <p:blipFill>
          <a:blip r:embed="rId4"/>
          <a:srcRect l="-152" r="-152" t="0" b="0"/>
          <a:stretch/>
        </p:blipFill>
        <p:spPr>
          <a:xfrm>
            <a:off x="1021080" y="4246879"/>
            <a:ext cx="235664" cy="254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83744" y="4142742"/>
            <a:ext cx="10080791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new hazard class — a missing lockout-tagout tag, a blocked fire exit — is a new prompt, not new infrastructure. Across the register, Site Insights briefs managers on hotspots, recurring patterns and overdue actions. Theme: </a:t>
            </a:r>
            <a:r>
              <a:rPr lang="en-US" sz="1300" b="1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Manufacturing — Intelligent Operations &amp; Industrial Efficiency</a:t>
            </a:r>
            <a:r>
              <a:rPr lang="en-US" sz="1300" dirty="0">
                <a:solidFill>
                  <a:srgbClr val="1A1D2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gradFill rotWithShape="1">
            <a:gsLst>
              <a:gs pos="0">
                <a:srgbClr val="D9730D"/>
              </a:gs>
              <a:gs pos="50000">
                <a:srgbClr val="D9730D"/>
              </a:gs>
              <a:gs pos="50000">
                <a:srgbClr val="14191F"/>
              </a:gs>
              <a:gs pos="100000">
                <a:srgbClr val="14191F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2327914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0A2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 IT LIVE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769871"/>
            <a:ext cx="10137775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FBF8F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Every hazard seen. Every fix verified.</a:t>
            </a:r>
            <a:endParaRPr lang="en-US" sz="4400" dirty="0"/>
          </a:p>
        </p:txBody>
      </p:sp>
      <p:pic>
        <p:nvPicPr>
          <p:cNvPr id="5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3630929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3585214"/>
            <a:ext cx="8500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siteguard-ai-463547683061.us-central1.run.app</a:t>
            </a:r>
            <a:endParaRPr lang="en-US" sz="1800" dirty="0"/>
          </a:p>
        </p:txBody>
      </p:sp>
      <p:pic>
        <p:nvPicPr>
          <p:cNvPr id="7" name="Image 1" descr="Cod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4052571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4006850"/>
            <a:ext cx="5386864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3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github.com/Ashenweerasinghe/siteguard-ai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12800" y="6238242"/>
            <a:ext cx="8000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9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SiteGuard AI · Team Ceylon InnovAI · Google AI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teGuard AI Pitch Deck">
  <a:themeElements>
    <a:clrScheme name="SiteGuard AI Pitch Deck">
      <a:dk1>
        <a:srgbClr val="1A1D23"/>
      </a:dk1>
      <a:lt1>
        <a:srgbClr val="FBF8F4"/>
      </a:lt1>
      <a:dk2>
        <a:srgbClr val="525457"/>
      </a:dk2>
      <a:lt2>
        <a:srgbClr val="E5E2DF"/>
      </a:lt2>
      <a:accent1>
        <a:srgbClr val="B35A0A"/>
      </a:accent1>
      <a:accent2>
        <a:srgbClr val="105682"/>
      </a:accent2>
      <a:accent3>
        <a:srgbClr val="D9730D"/>
      </a:accent3>
      <a:accent4>
        <a:srgbClr val="FBE6CF"/>
      </a:accent4>
      <a:accent5>
        <a:srgbClr val="F0A24C"/>
      </a:accent5>
      <a:accent6>
        <a:srgbClr val="1D6FA8"/>
      </a:accent6>
      <a:hlink>
        <a:srgbClr val="0563C1"/>
      </a:hlink>
      <a:folHlink>
        <a:srgbClr val="954F72"/>
      </a:folHlink>
    </a:clrScheme>
    <a:fontScheme name="SiteGuard AI Pitch Deck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SiteGuard AI Pitch Deck</dc:title>
  <dc:subject/>
  <dc:creator/>
  <cp:lastModifiedBy/>
  <cp:revision>1</cp:revision>
  <dcterms:created xsi:type="dcterms:W3CDTF">2026-10-15T17:19:52Z</dcterms:created>
  <dcterms:modified xsi:type="dcterms:W3CDTF">2026-10-15T17:19:52Z</dcterms:modified>
</cp:coreProperties>
</file>