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Ashenweerasinghe/siteguard-ai" TargetMode="External"/><Relationship Id="rId6" Type="http://schemas.openxmlformats.org/officeDocument/2006/relationships/hyperlink" Target="https://www.youtube.com/watch?v=BarPClAyHYA" TargetMode="External"/><Relationship Id="rId7" Type="http://schemas.openxmlformats.org/officeDocument/2006/relationships/hyperlink" Target="https://siteguard-ai-463547683061.us-central1.run.app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 Ceylon InnovAI (Maniesha Abeysekera, Ashen Weerasinghe)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 Maniesha Abeysekera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 Manufacturing: Intelligent Operations &amp; Industrial Efficiency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47472" y="1115568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SiteGuard AI turns a phone photo and a voice note into a verified, auditable safety record.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" y="178308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 factory floors, warehouses and industrial sites, hazards such as blocked walkways, open edges and missing PPE are still logged on paper — inconsistent between inspectors, hard to track to a fix, and almost never verified once "fixed".</a:t>
            </a:r>
          </a:p>
        </p:txBody>
      </p:sp>
      <p:sp>
        <p:nvSpPr>
          <p:cNvPr id="74" name="Oval 73"/>
          <p:cNvSpPr/>
          <p:nvPr/>
        </p:nvSpPr>
        <p:spPr>
          <a:xfrm>
            <a:off x="347472" y="2779776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2761488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Capture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reviewer photographs the hazard and records a voice note.</a:t>
            </a:r>
          </a:p>
        </p:txBody>
      </p:sp>
      <p:sp>
        <p:nvSpPr>
          <p:cNvPr id="76" name="Oval 75"/>
          <p:cNvSpPr/>
          <p:nvPr/>
        </p:nvSpPr>
        <p:spPr>
          <a:xfrm>
            <a:off x="347472" y="3438144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8" y="3419856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Gemini proposes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multimodal Gemini call returns a structured finding with a calibrated confidence score.</a:t>
            </a:r>
          </a:p>
        </p:txBody>
      </p:sp>
      <p:sp>
        <p:nvSpPr>
          <p:cNvPr id="78" name="Oval 77"/>
          <p:cNvSpPr/>
          <p:nvPr/>
        </p:nvSpPr>
        <p:spPr>
          <a:xfrm>
            <a:off x="347472" y="4096511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" y="4078224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People decide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human confirms, assigns and closes every record; Gemini verifies the fix against the original evidence.</a:t>
            </a:r>
          </a:p>
        </p:txBody>
      </p:sp>
      <p:pic>
        <p:nvPicPr>
          <p:cNvPr id="80" name="Picture 79" descr="ais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115568"/>
            <a:ext cx="3310128" cy="258109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81" name="TextBox 80"/>
          <p:cNvSpPr txBox="1"/>
          <p:nvPr/>
        </p:nvSpPr>
        <p:spPr>
          <a:xfrm>
            <a:off x="5486400" y="3730752"/>
            <a:ext cx="3310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 evidence: stock and cardboard spilling into a warehouse walkway (Aisle 3).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86400" y="4114800"/>
            <a:ext cx="3310128" cy="74980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5623560" y="420624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Theme: </a:t>
            </a:r>
            <a:r>
              <a:rPr sz="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Manufacturing — Intelligent Operations &amp; Industrial Efficiency. Operational evidence becomes findings, actions and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47472" y="1115568"/>
            <a:ext cx="2697480" cy="376732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493776" y="1261872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3776" y="164592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How is it different from existing ideas?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776" y="2194560"/>
            <a:ext cx="2423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Most safety tools are digital checklists, or vision models that output a verdict.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SiteGuard reads photo + voice + context in one Gemini call, says "inconclusive" when evidence is weak, and verifies closure by comparing before/after evidence for that specific hazard.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AI never decides — a person approves every state change.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182112" y="1115568"/>
            <a:ext cx="2697480" cy="3767328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3328416" y="1261872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28416" y="164592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How will it solve the problem?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28416" y="2194560"/>
            <a:ext cx="2423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Replaces paper binders with one consistent, structured finding per photo.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hazard gets an owner, a due date and an escalation rule.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 append-only audit trail links each decision to its evidence and reviewer.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Site Insights shows managers hotspots, repeat hazards and overdue actions.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16752" y="1115568"/>
            <a:ext cx="2697480" cy="3767328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6163056" y="1261872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63056" y="164592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USP of the proposed solution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63056" y="2194560"/>
            <a:ext cx="2423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F9AB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hazard seen. Every fix verified.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F9AB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AI-verified closure with a human in the loop — not just detection.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F9AB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Numbers are computed, not generated: risk and insight counts come from deterministic Python.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F9AB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new hazard class is a new prompt, not new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47472" y="1115568"/>
            <a:ext cx="2011680" cy="1792224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75488" y="1252728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" y="127101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Multimodal capture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776" y="1645919"/>
            <a:ext cx="17190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Photo, voice note, typed note, location and time — analysed together in one Gemini call.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478024" y="1115568"/>
            <a:ext cx="2011680" cy="1792224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2606040" y="1252728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71800" y="127101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Structured AI finding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1645919"/>
            <a:ext cx="17190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Category, impact, suggested actions and owner team, enforced by a response schema.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608576" y="1115568"/>
            <a:ext cx="2011680" cy="1792224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4736592" y="1252728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02352" y="127101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Calibrated confidence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54880" y="1645919"/>
            <a:ext cx="17190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Confidence score plus an explicit "inconclusive" when angle or lighting prevent a clear read.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739128" y="1115568"/>
            <a:ext cx="2011680" cy="1792224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6867144" y="1252728"/>
            <a:ext cx="274320" cy="2743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32904" y="127101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Deterministic risk matrix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85432" y="1865376"/>
            <a:ext cx="1719072" cy="95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Likelihood × severity scored in Python, so every risk level is defensible.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47472" y="3017520"/>
            <a:ext cx="2011680" cy="1792224"/>
          </a:xfrm>
          <a:prstGeom prst="roundRect">
            <a:avLst>
              <a:gd name="adj" fmla="val 8000"/>
            </a:avLst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475488" y="3154679"/>
            <a:ext cx="274320" cy="274320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1248" y="317296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Actions &amp; escalation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3776" y="3547872"/>
            <a:ext cx="1719072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Owner, priority, target date and escalation rule for every corrective action.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478024" y="3017520"/>
            <a:ext cx="2011680" cy="1792224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2606040" y="3154679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71800" y="317296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Audit trail &amp; alerts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24328" y="3547872"/>
            <a:ext cx="1719072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Append-only history and a notification feed built from it; HTML reports and CSV export.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608576" y="3017520"/>
            <a:ext cx="2011680" cy="1792224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4736592" y="3154679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02352" y="317296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AI closure verification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54880" y="3547872"/>
            <a:ext cx="1719072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compares new evidence with the original finding; the reviewer approves or rejects.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39128" y="3017520"/>
            <a:ext cx="2011680" cy="1792224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6867144" y="3154679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32904" y="317296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Site Insights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85432" y="3547872"/>
            <a:ext cx="1719072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briefs managers on recurring hazards, hotspots, overdue teams and blind spots.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47472" y="1207008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457200" y="1316736"/>
            <a:ext cx="256032" cy="25603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6384" y="1316736"/>
            <a:ext cx="13624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5488" y="1636776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Capture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Photo + voice note + location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505456" y="1207008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2615184" y="1316736"/>
            <a:ext cx="256032" cy="256032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44368" y="1316736"/>
            <a:ext cx="13624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33472" y="1636776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Analyse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Structured finding + confidence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63440" y="1207008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4773168" y="1316736"/>
            <a:ext cx="256032" cy="25603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02352" y="1316736"/>
            <a:ext cx="13624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91455" y="1636776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Review &amp; confirm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Confirm, reject or edit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821424" y="1207008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6931152" y="1316736"/>
            <a:ext cx="256032" cy="256032"/>
          </a:xfrm>
          <a:prstGeom prst="ellipse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260336" y="1316736"/>
            <a:ext cx="13624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50" b="1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SYSTEM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49440" y="1636776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Risk &amp; assign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matrix, owner, due date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821424" y="274320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6931152" y="2852928"/>
            <a:ext cx="256032" cy="25603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60336" y="2852928"/>
            <a:ext cx="13624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0" y="3172968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Follow-up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New evidence on a later visit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663440" y="274320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4773168" y="2852928"/>
            <a:ext cx="256032" cy="256032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02352" y="2852928"/>
            <a:ext cx="13624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91455" y="3172968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Verify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against original finding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505456" y="274320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2615184" y="2852928"/>
            <a:ext cx="256032" cy="25603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944368" y="2852928"/>
            <a:ext cx="13624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633472" y="3172968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Approve closure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Record closed + report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2249423" y="1719072"/>
            <a:ext cx="228601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407407" y="1719072"/>
            <a:ext cx="22860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565392" y="1719072"/>
            <a:ext cx="22860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758683" y="2258568"/>
            <a:ext cx="0" cy="45720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6565392" y="3255264"/>
            <a:ext cx="22860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4407407" y="3255264"/>
            <a:ext cx="22860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347472" y="4005072"/>
            <a:ext cx="8449056" cy="822960"/>
          </a:xfrm>
          <a:prstGeom prst="roundRect">
            <a:avLst>
              <a:gd name="adj" fmla="val 8000"/>
            </a:avLst>
          </a:prstGeom>
          <a:solidFill>
            <a:srgbClr val="F3E8FD"/>
          </a:solidFill>
          <a:ln w="9525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475488" y="4206240"/>
            <a:ext cx="384048" cy="384048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★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05840" y="4114800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Site Insights (manager)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Python computes the register digest → Gemini interprets it → focus areas, repeat hazards, overdue teams and blind spots.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state change in steps 1–7 is written to the append-only audit trail and feeds the notification feed.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/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captu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280160"/>
            <a:ext cx="2697480" cy="130659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347472" y="2641615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· Capture: photo, voice note, context</a:t>
            </a:r>
          </a:p>
        </p:txBody>
      </p:sp>
      <p:pic>
        <p:nvPicPr>
          <p:cNvPr id="106" name="Picture 105" descr="revie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1280160"/>
            <a:ext cx="2697480" cy="130659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3182112" y="2641615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· Review &amp; confirm: risk matrix and actions</a:t>
            </a:r>
          </a:p>
        </p:txBody>
      </p:sp>
      <p:pic>
        <p:nvPicPr>
          <p:cNvPr id="108" name="Picture 107" descr="clos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1280160"/>
            <a:ext cx="2697480" cy="130659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6016752" y="2641615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· Verify &amp; close: before/after evidence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" y="3063240"/>
            <a:ext cx="8449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Design principles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47472" y="3429000"/>
            <a:ext cx="4114800" cy="457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457200" y="3529584"/>
            <a:ext cx="256032" cy="25603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3429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Mobile-first capture in under a minute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599432" y="3429000"/>
            <a:ext cx="4114800" cy="4572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4709160" y="3529584"/>
            <a:ext cx="256032" cy="256032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74920" y="3429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output is always labelled a proposal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47472" y="3995928"/>
            <a:ext cx="4114800" cy="4572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457200" y="4096512"/>
            <a:ext cx="256032" cy="256032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" y="39959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Mandatory fields marked and validated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599432" y="3995928"/>
            <a:ext cx="4114800" cy="4572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4709160" y="4096512"/>
            <a:ext cx="256032" cy="25603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74920" y="39959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Status colours: Open, In Progress, Closed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47472" y="141732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457200" y="160020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Safety reviewer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Phone or laptop browser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2075688" y="1920240"/>
            <a:ext cx="512064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347472" y="26517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457200" y="283464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Site / safety manager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Dashboards &amp; insights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075688" y="3154680"/>
            <a:ext cx="512064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2633472" y="1143000"/>
            <a:ext cx="3246120" cy="32461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2770632" y="1234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Google Cloud Run</a:t>
            </a:r>
            <a:r>
              <a:rPr sz="9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·  Streamlit app (Python)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770632" y="160020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2880360" y="163677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UI views  </a:t>
            </a: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Capture · Register · Follow-up · Insights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770632" y="214884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2880360" y="218541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Workflow rules  </a:t>
            </a: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change → audit history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770632" y="269748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2880360" y="273405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matrix  </a:t>
            </a: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Deterministic likelihood × severity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770632" y="324612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2880360" y="328269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Insights digest  </a:t>
            </a: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Counts computed in Python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70632" y="379476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2880360" y="383133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Auth  </a:t>
            </a: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Salted PBKDF2 hashes, signed tokens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00800" y="1143000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6519672" y="1252728"/>
            <a:ext cx="21762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Gemini 3.5 Flash API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Multimodal analysis · closure comparison · site insights (structured JSON)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5916168" y="1600200"/>
            <a:ext cx="448056" cy="0"/>
          </a:xfrm>
          <a:prstGeom prst="line">
            <a:avLst/>
          </a:prstGeom>
          <a:ln w="19050">
            <a:solidFill>
              <a:srgbClr val="34A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6400800" y="2240280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9525">
            <a:solidFill>
              <a:srgbClr val="F9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6519672" y="2350008"/>
            <a:ext cx="21762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Cloud Firestore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Hazard register + audit history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5916168" y="2697480"/>
            <a:ext cx="448056" cy="0"/>
          </a:xfrm>
          <a:prstGeom prst="line">
            <a:avLst/>
          </a:prstGeom>
          <a:ln w="19050">
            <a:solidFill>
              <a:srgbClr val="F9A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/>
          <p:cNvSpPr/>
          <p:nvPr/>
        </p:nvSpPr>
        <p:spPr>
          <a:xfrm>
            <a:off x="6400800" y="3337560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6519672" y="3447288"/>
            <a:ext cx="21762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Cloud Storage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Photo &amp; voice-note evidence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916168" y="3794760"/>
            <a:ext cx="448056" cy="0"/>
          </a:xfrm>
          <a:prstGeom prst="line">
            <a:avLst/>
          </a:prstGeom>
          <a:ln w="1905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2633472" y="4507992"/>
            <a:ext cx="3246120" cy="3840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2770632" y="450799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</a:t>
            </a: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·  gcloud run deploy --source 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00800" y="4507992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google-genai SDK · response_schema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347472" y="1115568"/>
          <a:ext cx="8449056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62656"/>
                <a:gridCol w="4023360"/>
              </a:tblGrid>
              <a:tr h="416559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Layer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Technology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Used for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Generative AI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Gemini 3.5 Flash via the google-genai SDK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Multimodal hazard analysis, before/after closure comparison, register-wide Site Insights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AI output control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response_schema + Pydantic models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Schema-enforced JSON: category, confidence, risk inputs, actions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Hosting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Google Cloud Run (container, scales to zero)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Public, serverless deployment of the app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CI / build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Google Cloud Build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One-command deploy from source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Database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Google Cloud Firestore (Native mode)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Hazard register and append-only audit history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Object storage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Google Cloud Storage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Photo and voice-note evidence linked to each finding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Application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Python 3, Streamlit, pandas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UI, workflow rules, deterministic risk matrix, analytics, CSV/HTML reports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Security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Salted PBKDF2-SHA256, signed session tokens, lockout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F6368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Every action attributed to a signed-in reviewer</a:t>
                      </a:r>
                    </a:p>
                  </a:txBody>
                  <a:tcPr marT="36576" marB="36576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47472" y="1115568"/>
            <a:ext cx="2743200" cy="3749039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512064" y="12984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today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12064" y="16916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34A853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$0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2064" y="2514600"/>
            <a:ext cx="2423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Runs end to end inside Google Cloud free tiers: Cloud Run, Cloud Build, Firestore, Cloud Storage and the Gemini API free tier.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scales to zero, so an idle site costs nothing.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91840" y="11155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How cost scales in production (usage-based)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291840" y="1481328"/>
            <a:ext cx="5504688" cy="6858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3429000" y="1554480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API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63440" y="155448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token: 1 call per observation, 1 per follow-up, 1 per Site Insights briefing. Photos are the main input; text output is small.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291840" y="2258568"/>
            <a:ext cx="5504688" cy="6858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3429000" y="2331720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63440" y="233172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request-second while the app is serving; zero when idle.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291840" y="3035808"/>
            <a:ext cx="5504688" cy="6858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3429000" y="3108960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63440" y="31089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document read/write; each hazard is one small document plus history entries.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291840" y="3813048"/>
            <a:ext cx="5504688" cy="6858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3429000" y="3886200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Storage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663440" y="38862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GB stored; one photo (and optional voice note) per observation or follow-up.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91840" y="4617720"/>
            <a:ext cx="5504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Site estimate = observations per day × these drivers, at published Google Cloud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dashbo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097280"/>
            <a:ext cx="3529584" cy="170964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47472" y="284349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Dashboard: counts, recent observations, actions due</a:t>
            </a:r>
          </a:p>
        </p:txBody>
      </p:sp>
      <p:pic>
        <p:nvPicPr>
          <p:cNvPr id="138" name="Picture 137" descr="analysi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1097280"/>
            <a:ext cx="3529584" cy="170964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727448" y="284349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proposal with confidence and an "inconclusive" example</a:t>
            </a:r>
          </a:p>
        </p:txBody>
      </p:sp>
      <p:pic>
        <p:nvPicPr>
          <p:cNvPr id="140" name="Picture 139" descr="regist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081528"/>
            <a:ext cx="3529584" cy="170964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47472" y="482774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Hazard register with append-only history</a:t>
            </a:r>
          </a:p>
        </p:txBody>
      </p:sp>
      <p:pic>
        <p:nvPicPr>
          <p:cNvPr id="142" name="Picture 141" descr="insight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7448" y="3081528"/>
            <a:ext cx="3529584" cy="170964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4727448" y="482774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Site Insights: computed counts + Gemini briefing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47472" y="1115568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493776" y="1188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4285F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3776" y="175564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call per observation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(photo + voice + context together)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478024" y="1115568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624328" y="1188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34A853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24328" y="175564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regex parsing — output is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schema-validated JSON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08576" y="1115568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4754880" y="1188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F9AB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4×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754880" y="175564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automatic retries on Gemini 503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(2 s, 5 s, 10 s back-off)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739128" y="1115568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6885432" y="1188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EA4335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100%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885432" y="175564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state changes need a human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and are written to the audit trail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472" y="2606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Evaluation set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47472" y="2926080"/>
            <a:ext cx="40690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9 real site photos across 3 hazard classes: unprotected edge, obstructed walkway, PPE concern.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Each class has clear and deliberately ambiguous images, plus "after" photos for closure.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4285F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Expected: clear → correct category; ambiguous → "uncertain"; after → closure supported.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63440" y="2606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Reliability by design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63440" y="2926080"/>
            <a:ext cx="4133087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is deterministic: the same likelihood and severity always give the same score.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If Gemini is unreachable, "Continue with manual review" keeps the workflow moving.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Site Insights needs at least 5 confirmed records before it reads patterns, and names its blind spots.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1">
                <a:solidFill>
                  <a:srgbClr val="34A85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•  </a:t>
            </a:r>
            <a:r>
              <a:rPr sz="9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Offline demo mode with clearly labelled mock AI for unreliable networks.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47472" y="1115568"/>
            <a:ext cx="2697480" cy="1792224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475488" y="1252728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41248" y="1271016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More hazard classes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93776" y="1645919"/>
            <a:ext cx="24048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Lockout-tagout, blocked fire exits, spills, machine guarding — each a new prompt and schema value.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182112" y="1115568"/>
            <a:ext cx="2697480" cy="1792224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3310128" y="1252728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675887" y="1271016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Local languages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328416" y="1645919"/>
            <a:ext cx="24048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Voice notes in Sinhala, Tamil and other languages, using Gemini's multilingual audio understanding.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016752" y="1115568"/>
            <a:ext cx="2697480" cy="1792224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6144768" y="1252728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510528" y="1271016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Plant-wide benchmarking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163056" y="1645919"/>
            <a:ext cx="240487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sites and shifts; trend repeat hazards and time-to-close across a whole operation.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47472" y="3017520"/>
            <a:ext cx="2697480" cy="1792224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475488" y="3154679"/>
            <a:ext cx="274320" cy="2743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41248" y="317296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Enterprise integration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3776" y="3547872"/>
            <a:ext cx="2404872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Push corrective actions to CMMS/ERP tools; SSO and signed evidence URLs for production.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182112" y="3017520"/>
            <a:ext cx="2697480" cy="1792224"/>
          </a:xfrm>
          <a:prstGeom prst="roundRect">
            <a:avLst>
              <a:gd name="adj" fmla="val 8000"/>
            </a:avLst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3310128" y="3154679"/>
            <a:ext cx="274320" cy="274320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675887" y="317296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Offline mobile capture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328416" y="3547872"/>
            <a:ext cx="2404872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Capture on the floor without signal; sync and analyse when the device reconnects.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016752" y="3017520"/>
            <a:ext cx="2697480" cy="1792224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6144768" y="3154679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510528" y="317296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Evaluation pipeline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163056" y="3547872"/>
            <a:ext cx="2404872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Track accuracy and calibration on a growing labelled set with every prompt change.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 </a:t>
            </a:r>
            <a:r>
              <a:rPr lang="en-GB" u="sng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5"/>
              </a:rPr>
              <a:t>https://github.com/Ashenweerasinghe/siteguard-ai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 </a:t>
            </a:r>
            <a:r>
              <a:rPr lang="en-GB" u="sng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https://www.youtube.com/watch?v=BarPClAyHYA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 </a:t>
            </a:r>
            <a:r>
              <a:rPr lang="en-GB" u="sng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7"/>
              </a:rPr>
              <a:t>https://siteguard-ai-463547683061.us-central1.run.app/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47472" y="2377440"/>
            <a:ext cx="8449056" cy="7315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12064" y="2487168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login for judges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Username: </a:t>
            </a:r>
            <a:r>
              <a:rPr sz="10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</a:t>
            </a: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   Password: </a:t>
            </a:r>
            <a:r>
              <a:rPr sz="10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Safeguard@123</a:t>
            </a: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   (Safety Officer role)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7472" y="3520440"/>
            <a:ext cx="8449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Ceylon InnovAI</a:t>
            </a:r>
            <a:r>
              <a:rPr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·  Maniesha Abeysekera (team leader)  ·  Ashen Weerasinghe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47472" y="704088"/>
            <a:ext cx="8449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Responsible AI by design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47472" y="1207008"/>
            <a:ext cx="4151376" cy="1700784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475488" y="1344168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" y="1362456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 human approves every state change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93776" y="1737360"/>
            <a:ext cx="385876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Confirm, assign and close all need a reviewer's click, attributed by name and time.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645152" y="1207008"/>
            <a:ext cx="4151376" cy="1700784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4773168" y="1344168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138928" y="1362456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 verdicts — only evidence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791456" y="1737360"/>
            <a:ext cx="385876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never says "safe", "compliant" or "fixed"; only "evidence suggests" or "inconclusive".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347472" y="3035808"/>
            <a:ext cx="4151376" cy="1700784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475488" y="3172968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41248" y="3191256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Every finding links to its source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93776" y="3566160"/>
            <a:ext cx="385876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Each record keeps the original photo and voice note, so any finding can be checked.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645152" y="3035808"/>
            <a:ext cx="4151376" cy="1700784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4773168" y="3172968"/>
            <a:ext cx="274320" cy="2743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138928" y="3191256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Computed, not generated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91456" y="3566160"/>
            <a:ext cx="385876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scores and insight counts come from Python; Gemini interprets, it never counts.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